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286000"/>
            <a:ext cx="7315200" cy="7315200"/>
          </a:xfrm>
          <a:prstGeom prst="ellipse">
            <a:avLst/>
          </a:prstGeom>
          <a:solidFill>
            <a:srgbClr val="1119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MASTERCLASS GRATUITA · EN VIVO · CADA DOS SEMANAS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MÉTODO
</a:t>
            </a:r>
            <a:pPr indent="0" marL="0">
              <a:lnSpc>
                <a:spcPct val="95000"/>
              </a:lnSpc>
              <a:buNone/>
            </a:pPr>
            <a:r>
              <a:rPr lang="en-US" sz="7000" b="1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WALMART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914400" y="4709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 en Estados Unidos como distribuidor. Desde cualquier país. Sin inventar productos.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5852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Pablo Torrealba  ·  @pabloalexander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EMPEZAR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69880" y="5669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¿Desde dónde me ves?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2057400" cy="640080"/>
          </a:xfrm>
          <a:prstGeom prst="roundRect">
            <a:avLst>
              <a:gd name="adj" fmla="val 50000"/>
            </a:avLst>
          </a:prstGeom>
          <a:solidFill>
            <a:srgbClr val="161C30"/>
          </a:solidFill>
          <a:ln w="12700">
            <a:solidFill>
              <a:srgbClr val="2630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2608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Unidos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34640" y="2926080"/>
            <a:ext cx="2057400" cy="640080"/>
          </a:xfrm>
          <a:prstGeom prst="roundRect">
            <a:avLst>
              <a:gd name="adj" fmla="val 50000"/>
            </a:avLst>
          </a:prstGeom>
          <a:solidFill>
            <a:srgbClr val="161C30"/>
          </a:solidFill>
          <a:ln w="12700">
            <a:solidFill>
              <a:srgbClr val="2630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292608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México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2926080"/>
            <a:ext cx="2057400" cy="640080"/>
          </a:xfrm>
          <a:prstGeom prst="roundRect">
            <a:avLst>
              <a:gd name="adj" fmla="val 50000"/>
            </a:avLst>
          </a:prstGeom>
          <a:solidFill>
            <a:srgbClr val="161C30"/>
          </a:solidFill>
          <a:ln w="12700">
            <a:solidFill>
              <a:srgbClr val="263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92608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Venezuela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23760" y="2926080"/>
            <a:ext cx="2057400" cy="640080"/>
          </a:xfrm>
          <a:prstGeom prst="roundRect">
            <a:avLst>
              <a:gd name="adj" fmla="val 50000"/>
            </a:avLst>
          </a:prstGeom>
          <a:solidFill>
            <a:srgbClr val="161C30"/>
          </a:solidFill>
          <a:ln w="12700">
            <a:solidFill>
              <a:srgbClr val="2630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292608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Colombia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418320" y="2926080"/>
            <a:ext cx="2057400" cy="640080"/>
          </a:xfrm>
          <a:prstGeom prst="roundRect">
            <a:avLst>
              <a:gd name="adj" fmla="val 50000"/>
            </a:avLst>
          </a:prstGeom>
          <a:solidFill>
            <a:srgbClr val="161C30"/>
          </a:solidFill>
          <a:ln w="12700">
            <a:solidFill>
              <a:srgbClr val="2630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0" y="292608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Perú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10881360" cy="566928"/>
          </a:xfrm>
          <a:prstGeom prst="roundRect">
            <a:avLst>
              <a:gd name="adj" fmla="val 19355"/>
            </a:avLst>
          </a:prstGeom>
          <a:solidFill>
            <a:srgbClr val="0F1426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20624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ESCRÍBELO EN EL CHAT ·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Quiero saber con quién estoy hablando hoy.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Akademia  ·  @pabloalexander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ESTA CLASE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69880" y="5669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vas a llevar hoy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0881360" cy="1143000"/>
          </a:xfrm>
          <a:prstGeom prst="roundRect">
            <a:avLst>
              <a:gd name="adj" fmla="val 9600"/>
            </a:avLst>
          </a:prstGeom>
          <a:solidFill>
            <a:srgbClr val="161C30"/>
          </a:solidFill>
          <a:ln w="12700">
            <a:solidFill>
              <a:srgbClr val="2630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33172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FFC10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331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83080" y="226771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el dropshipping y Amazon queman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83080" y="2688336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qué hacer en su lugar para tener un negocio que sí dura.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401568"/>
            <a:ext cx="10881360" cy="1143000"/>
          </a:xfrm>
          <a:prstGeom prst="roundRect">
            <a:avLst>
              <a:gd name="adj" fmla="val 9600"/>
            </a:avLst>
          </a:prstGeom>
          <a:solidFill>
            <a:srgbClr val="161C30"/>
          </a:solidFill>
          <a:ln w="12700">
            <a:solidFill>
              <a:srgbClr val="2630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630168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FFC10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301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83080" y="35661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oportunidad de Walmart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83080" y="3986784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está abriendo su marketplace a vendedores nuevos ahora.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700016"/>
            <a:ext cx="10881360" cy="1143000"/>
          </a:xfrm>
          <a:prstGeom prst="roundRect">
            <a:avLst>
              <a:gd name="adj" fmla="val 9600"/>
            </a:avLst>
          </a:prstGeom>
          <a:solidFill>
            <a:srgbClr val="161C30"/>
          </a:solidFill>
          <a:ln w="12700">
            <a:solidFill>
              <a:srgbClr val="2630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928616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FFC10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92861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783080" y="486460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método paso a paso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783080" y="528523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operar el negocio desde tu país, con la laptop.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final tengo algo solo para los que están aquí. Quédate hasta el cierre.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Akademia  ·  @pabloalexander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TE ENSEÑA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69880" y="5669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vendo cursos. Vendo en Walmart.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6070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Soy fundador de Botaniko Group, una empresa que provee al Marketplace de Walmart. Eso es lo que hago de verdad.
</a:t>
            </a:r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Akademia nació de ahí. No al revés. Primero construí el negocio, y después armé el sistema para enseñarlo, porque me cansé de ver a gente perder dinero con modas de ecommerce que se caen en seis meses.
</a:t>
            </a:r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cuento esto no para presumir. Quiero que sepas que esto no es teoría. Es un negocio real, y si yo lo hago, tú también puedes aprenderlo.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Akademia  ·  @pabloalexander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PRUEBA, NO PROMESAS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69880" y="5669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teoría. Es un negocio real.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61C30"/>
          </a:solidFill>
          <a:ln w="12700">
            <a:solidFill>
              <a:srgbClr val="2630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1460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Botaniko Group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 proveedora del Marketplace de Walmart. Mi negocio real, verificable.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219456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61C30"/>
          </a:solidFill>
          <a:ln w="12700">
            <a:solidFill>
              <a:srgbClr val="2630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51460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17720" y="352044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Estudiantes aplican el sistema desde Estados Unidos y toda Latinoamérica.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219456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61C30"/>
          </a:solidFill>
          <a:ln w="12700">
            <a:solidFill>
              <a:srgbClr val="2630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51460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Univisión y Forbes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21040" y="352044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 han invitado a contar cómo funciona este negocio.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Aquí van los casos de estudiantes con captura real, nombre y resultado, una vez confirmados con Pablo. [CONFIRMAR capturas reales]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Akademia  ·  @pabloalexander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0" y="365760"/>
            <a:ext cx="4114800" cy="612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4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1 DE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correcto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43891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el dropshipping y Amazon queman a la mayoría.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5257800"/>
            <a:ext cx="164592" cy="164592"/>
          </a:xfrm>
          <a:prstGeom prst="ellipse">
            <a:avLst/>
          </a:prstGeom>
          <a:solidFill>
            <a:srgbClr val="FFC100"/>
          </a:solidFill>
          <a:ln w="12700">
            <a:solidFill>
              <a:srgbClr val="FFC1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9576" y="5257800"/>
            <a:ext cx="164592" cy="164592"/>
          </a:xfrm>
          <a:prstGeom prst="ellipse">
            <a:avLst/>
          </a:prstGeom>
          <a:solidFill>
            <a:srgbClr val="161C30"/>
          </a:solidFill>
          <a:ln w="12700">
            <a:solidFill>
              <a:srgbClr val="2630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90472" y="5257800"/>
            <a:ext cx="164592" cy="164592"/>
          </a:xfrm>
          <a:prstGeom prst="ellipse">
            <a:avLst/>
          </a:prstGeom>
          <a:solidFill>
            <a:srgbClr val="161C30"/>
          </a:solidFill>
          <a:ln w="12700">
            <a:solidFill>
              <a:srgbClr val="26304D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1 · EL MODELO CORRECTO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69880" y="5669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modelos que queman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161C30"/>
          </a:solidFill>
          <a:ln w="12700">
            <a:solidFill>
              <a:srgbClr val="2630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395728"/>
            <a:ext cx="548640" cy="548640"/>
          </a:xfrm>
          <a:prstGeom prst="ellipse">
            <a:avLst/>
          </a:prstGeom>
          <a:solidFill>
            <a:srgbClr val="FFC10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95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127248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Dropshipping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370332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Márgenes mínimos, devoluciones y publicidad cara. Modas que duran seis meses.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43400" y="210312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161C30"/>
          </a:solidFill>
          <a:ln w="12700">
            <a:solidFill>
              <a:srgbClr val="2630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2395728"/>
            <a:ext cx="548640" cy="548640"/>
          </a:xfrm>
          <a:prstGeom prst="ellipse">
            <a:avLst/>
          </a:prstGeom>
          <a:solidFill>
            <a:srgbClr val="FFC100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395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17720" y="3127248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FBA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17720" y="370332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vez más saturado y más caro. Compites contra miles por el mismo espacio.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210312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161C30"/>
          </a:solidFill>
          <a:ln w="12700">
            <a:solidFill>
              <a:srgbClr val="2630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2395728"/>
            <a:ext cx="548640" cy="548640"/>
          </a:xfrm>
          <a:prstGeom prst="ellipse">
            <a:avLst/>
          </a:prstGeom>
          <a:solidFill>
            <a:srgbClr val="FFC100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395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21040" y="3127248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propia marca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21040" y="370332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Meses de trabajo y mucho capital antes de vender el primer producto.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5486400"/>
            <a:ext cx="10881360" cy="566928"/>
          </a:xfrm>
          <a:prstGeom prst="roundRect">
            <a:avLst>
              <a:gd name="adj" fmla="val 19355"/>
            </a:avLst>
          </a:prstGeom>
          <a:solidFill>
            <a:srgbClr val="0F1426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48640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ESCRÍBELO EN EL CHAT ·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¿Probaste alguno de estos? Escríbeme en el chat cuál.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Akademia  ·  @pabloalexander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VERDAD QUE CASI NADIE ENSEÑA EN ESPAÑOL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69880" y="5669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necesitas inventar nada.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10607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negocio de toda la vida es la distribución mayorista: revendes productos de marcas que la gente ya conoce y ya busca. Ese negocio lleva décadas funcionando. Lo nuevo es que ahora lo puedes hacer en Walmart, desde tu casa.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16000"/>
            </a:avLst>
          </a:prstGeom>
          <a:solidFill>
            <a:srgbClr val="FFC10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56235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 PARA LLEVAR · </a:t>
            </a:r>
            <a:pPr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Deja de buscar el producto ganador de moda. El dinero está en revender lo que ya tiene demanda.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Akademia  ·  @pabloalexander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0" y="365760"/>
            <a:ext cx="4114800" cy="612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4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2 DE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oportunidad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43891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Walmart está abriendo su marketplace a vendedores nuevos.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5257800"/>
            <a:ext cx="164592" cy="164592"/>
          </a:xfrm>
          <a:prstGeom prst="ellipse">
            <a:avLst/>
          </a:prstGeom>
          <a:solidFill>
            <a:srgbClr val="FFC100"/>
          </a:solidFill>
          <a:ln w="12700">
            <a:solidFill>
              <a:srgbClr val="FFC1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9576" y="5257800"/>
            <a:ext cx="164592" cy="164592"/>
          </a:xfrm>
          <a:prstGeom prst="ellipse">
            <a:avLst/>
          </a:prstGeom>
          <a:solidFill>
            <a:srgbClr val="FFC100"/>
          </a:solidFill>
          <a:ln w="12700">
            <a:solidFill>
              <a:srgbClr val="FFC1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90472" y="5257800"/>
            <a:ext cx="164592" cy="164592"/>
          </a:xfrm>
          <a:prstGeom prst="ellipse">
            <a:avLst/>
          </a:prstGeom>
          <a:solidFill>
            <a:srgbClr val="161C30"/>
          </a:solidFill>
          <a:ln w="12700">
            <a:solidFill>
              <a:srgbClr val="26304D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2 · LA OPORTUNIDAD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69880" y="5669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Walmart no es Amazon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212080" cy="3108960"/>
          </a:xfrm>
          <a:prstGeom prst="roundRect">
            <a:avLst>
              <a:gd name="adj" fmla="val 3529"/>
            </a:avLst>
          </a:prstGeom>
          <a:solidFill>
            <a:srgbClr val="1E1414"/>
          </a:solidFill>
          <a:ln w="12700">
            <a:solidFill>
              <a:srgbClr val="5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5915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Saturado y cada vez más caro de entrar.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 peleando el mismo espacio.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Difícil para el vendedor nuevo.
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2103120"/>
            <a:ext cx="5212080" cy="3108960"/>
          </a:xfrm>
          <a:prstGeom prst="roundRect">
            <a:avLst>
              <a:gd name="adj" fmla="val 3529"/>
            </a:avLst>
          </a:prstGeom>
          <a:solidFill>
            <a:srgbClr val="161C30"/>
          </a:solidFill>
          <a:ln w="19050">
            <a:solidFill>
              <a:srgbClr val="FFC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35915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WALMART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0" y="297180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Abriendo su marketplace a terceros.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Mucha menos competencia.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Llegas temprano, en el momento correcto.
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54864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como llegar a Amazon hace diez años, cuando todavía había espacio.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Akademia  ·  @pabloalexander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2 · LA OPORTUNIDAD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69880" y="5669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052560" y="932688"/>
            <a:ext cx="2697480" cy="347472"/>
          </a:xfrm>
          <a:prstGeom prst="roundRect">
            <a:avLst>
              <a:gd name="adj" fmla="val 21053"/>
            </a:avLst>
          </a:prstGeom>
          <a:solidFill>
            <a:srgbClr val="0A0F1E"/>
          </a:solidFill>
          <a:ln w="12700">
            <a:solidFill>
              <a:srgbClr val="FFC10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052560" y="93268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 DE PABLO · [CONFIRMAR]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necesitas vivir en Estados Unidos.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1E1414"/>
          </a:solidFill>
          <a:ln w="12700">
            <a:solidFill>
              <a:srgbClr val="5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46888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visa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1E1414"/>
          </a:solidFill>
          <a:ln w="12700">
            <a:solidFill>
              <a:srgbClr val="5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38328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oficina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1E1414"/>
          </a:solidFill>
          <a:ln w="12700">
            <a:solidFill>
              <a:srgbClr val="5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9768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mudarte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943600" y="2468880"/>
            <a:ext cx="5577840" cy="2606040"/>
          </a:xfrm>
          <a:prstGeom prst="roundRect">
            <a:avLst>
              <a:gd name="adj" fmla="val 4211"/>
            </a:avLst>
          </a:prstGeom>
          <a:solidFill>
            <a:srgbClr val="161C30"/>
          </a:solidFill>
          <a:ln w="19050">
            <a:solidFill>
              <a:srgbClr val="FFC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743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SÍ NECESITAS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324612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y los pasos correctos. Mis estudiantes operan su negocio de Walmart desde toda Latinoamérica, con la laptop.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Demostración en vivo: así se ve el marketplace de Walmart por dentro. [CONFIRMAR: compartir pantalla con un ejemplo simple]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Akademia  ·  @pabloalexander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0" y="365760"/>
            <a:ext cx="4114800" cy="612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4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3 DE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método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43891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operar el negocio desde cualquier país, paso a paso.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5257800"/>
            <a:ext cx="164592" cy="164592"/>
          </a:xfrm>
          <a:prstGeom prst="ellipse">
            <a:avLst/>
          </a:prstGeom>
          <a:solidFill>
            <a:srgbClr val="FFC100"/>
          </a:solidFill>
          <a:ln w="12700">
            <a:solidFill>
              <a:srgbClr val="FFC1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9576" y="5257800"/>
            <a:ext cx="164592" cy="164592"/>
          </a:xfrm>
          <a:prstGeom prst="ellipse">
            <a:avLst/>
          </a:prstGeom>
          <a:solidFill>
            <a:srgbClr val="FFC100"/>
          </a:solidFill>
          <a:ln w="12700">
            <a:solidFill>
              <a:srgbClr val="FFC1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90472" y="5257800"/>
            <a:ext cx="164592" cy="164592"/>
          </a:xfrm>
          <a:prstGeom prst="ellipse">
            <a:avLst/>
          </a:prstGeom>
          <a:solidFill>
            <a:srgbClr val="FFC100"/>
          </a:solidFill>
          <a:ln w="12700">
            <a:solidFill>
              <a:srgbClr val="FFC10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3 · EL MÉTODO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69880" y="5669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método paso a paso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FFC1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16712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Abres tu acceso como distribuidor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600200" y="25786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primer paso correcto para vender en el marketplace.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55848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FFC10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5584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337413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Eliges productos de marcas con demanda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600200" y="378561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Revendes lo que la gente ya busca, sin inventar nada.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562856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FFC1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5628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00200" y="458114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Operas y escalas desde la laptop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600200" y="499262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inventario gigante, sin oficina, desde cualquier país.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no lo aprendí en un libro. Lo aprendí haciéndolo en Botaniko, perdiendo, ajustando.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Akademia  ·  @pabloalexander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QUÉ AL CÓMO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69880" y="5669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esto una vez no te convierte en distribuidor.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12080" cy="3017520"/>
          </a:xfrm>
          <a:prstGeom prst="roundRect">
            <a:avLst>
              <a:gd name="adj" fmla="val 3636"/>
            </a:avLst>
          </a:prstGeom>
          <a:solidFill>
            <a:srgbClr val="1E1414"/>
          </a:solidFill>
          <a:ln w="12700">
            <a:solidFill>
              <a:srgbClr val="5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2199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APRENDER SOLO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 sueltos de YouTube.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Tarda años, a ciegas.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mayoría se rinde.
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1965960"/>
            <a:ext cx="5212080" cy="3017520"/>
          </a:xfrm>
          <a:prstGeom prst="roundRect">
            <a:avLst>
              <a:gd name="adj" fmla="val 3636"/>
            </a:avLst>
          </a:prstGeom>
          <a:solidFill>
            <a:srgbClr val="161C30"/>
          </a:solidFill>
          <a:ln w="19050">
            <a:solidFill>
              <a:srgbClr val="FFC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22199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APRENDER CON SISTEMA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0" y="283464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y te responden.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 cómo otros lo hacen.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Avanzas rápido, en orden.
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eso creé La Akademia. Y hoy tengo algo para ti que no está en mi página.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Akademia  ·  @pabloalexander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PROGRAMA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69880" y="5669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052560" y="932688"/>
            <a:ext cx="2697480" cy="347472"/>
          </a:xfrm>
          <a:prstGeom prst="roundRect">
            <a:avLst>
              <a:gd name="adj" fmla="val 21053"/>
            </a:avLst>
          </a:prstGeom>
          <a:solidFill>
            <a:srgbClr val="0A0F1E"/>
          </a:solidFill>
          <a:ln w="12700">
            <a:solidFill>
              <a:srgbClr val="FFC10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052560" y="93268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 DE PABLO · [CONFIRMAR]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incluye La Akademia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161C30"/>
          </a:solidFill>
          <a:ln w="12700">
            <a:solidFill>
              <a:srgbClr val="2630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203704"/>
            <a:ext cx="301752" cy="301752"/>
          </a:xfrm>
          <a:prstGeom prst="ellipse">
            <a:avLst/>
          </a:prstGeom>
          <a:solidFill>
            <a:srgbClr val="FFC10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185416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5880" y="196596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completo para vender en Walmart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1965960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161C30"/>
          </a:solidFill>
          <a:ln w="12700">
            <a:solidFill>
              <a:srgbClr val="2630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2203704"/>
            <a:ext cx="301752" cy="301752"/>
          </a:xfrm>
          <a:prstGeom prst="ellipse">
            <a:avLst/>
          </a:prstGeom>
          <a:solidFill>
            <a:srgbClr val="FFC1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185416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196596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abrir tu acceso como distribuidor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2862072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161C30"/>
          </a:solidFill>
          <a:ln w="12700">
            <a:solidFill>
              <a:srgbClr val="2630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099816"/>
            <a:ext cx="301752" cy="301752"/>
          </a:xfrm>
          <a:prstGeom prst="ellipse">
            <a:avLst/>
          </a:prstGeom>
          <a:solidFill>
            <a:srgbClr val="FFC10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08152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25880" y="2862072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elegir productos de marcas con demanda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2862072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161C30"/>
          </a:solidFill>
          <a:ln w="12700">
            <a:solidFill>
              <a:srgbClr val="2630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099816"/>
            <a:ext cx="301752" cy="301752"/>
          </a:xfrm>
          <a:prstGeom prst="ellipse">
            <a:avLst/>
          </a:prstGeom>
          <a:solidFill>
            <a:srgbClr val="FFC1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08152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2862072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operar desde cualquier país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3758184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161C30"/>
          </a:solidFill>
          <a:ln w="12700">
            <a:solidFill>
              <a:srgbClr val="2630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3995928"/>
            <a:ext cx="301752" cy="301752"/>
          </a:xfrm>
          <a:prstGeom prst="ellipse">
            <a:avLst/>
          </a:prstGeom>
          <a:solidFill>
            <a:srgbClr val="FFC100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397764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25880" y="3758184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Acompañamiento paso a paso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72200" y="3758184"/>
            <a:ext cx="5303520" cy="777240"/>
          </a:xfrm>
          <a:prstGeom prst="roundRect">
            <a:avLst>
              <a:gd name="adj" fmla="val 11765"/>
            </a:avLst>
          </a:prstGeom>
          <a:solidFill>
            <a:srgbClr val="161C30"/>
          </a:solidFill>
          <a:ln w="12700">
            <a:solidFill>
              <a:srgbClr val="2630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3995928"/>
            <a:ext cx="301752" cy="301752"/>
          </a:xfrm>
          <a:prstGeom prst="ellipse">
            <a:avLst/>
          </a:prstGeom>
          <a:solidFill>
            <a:srgbClr val="FFC10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397764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0" y="3758184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 de estudiantes activos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4892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módulos, bonos y precio exactos los confirma Pablo antes de salir en vivo.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5779008"/>
            <a:ext cx="10881360" cy="502920"/>
          </a:xfrm>
          <a:prstGeom prst="roundRect">
            <a:avLst>
              <a:gd name="adj" fmla="val 18182"/>
            </a:avLst>
          </a:prstGeom>
          <a:solidFill>
            <a:srgbClr val="FFC100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577900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LINK ESTÁ ABAJO Y EN EL CHAT · [CONFIRMAR LINK]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Akademia  ·  @pabloalexander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PRECIO DE SIEMPRE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69880" y="5669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052560" y="932688"/>
            <a:ext cx="2697480" cy="347472"/>
          </a:xfrm>
          <a:prstGeom prst="roundRect">
            <a:avLst>
              <a:gd name="adj" fmla="val 21053"/>
            </a:avLst>
          </a:prstGeom>
          <a:solidFill>
            <a:srgbClr val="0A0F1E"/>
          </a:solidFill>
          <a:ln w="12700">
            <a:solidFill>
              <a:srgbClr val="FFC10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052560" y="93268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 DE PABLO · [CONFIRMAR]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camino normal para entrar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CONFIRMAR PRECIO ]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precio del programa que cualquiera puede tomar por el camino normal.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5779008"/>
            <a:ext cx="10881360" cy="502920"/>
          </a:xfrm>
          <a:prstGeom prst="roundRect">
            <a:avLst>
              <a:gd name="adj" fmla="val 18182"/>
            </a:avLst>
          </a:prstGeom>
          <a:solidFill>
            <a:srgbClr val="FFC10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577900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LINK ESTÁ ABAJO Y EN EL CHAT · [CONFIRMAR LINK]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Akademia  ·  @pabloalexander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PARA LOS QUE ESTÁN AQUÍ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69880" y="5669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052560" y="932688"/>
            <a:ext cx="2697480" cy="347472"/>
          </a:xfrm>
          <a:prstGeom prst="roundRect">
            <a:avLst>
              <a:gd name="adj" fmla="val 21053"/>
            </a:avLst>
          </a:prstGeom>
          <a:solidFill>
            <a:srgbClr val="0A0F1E"/>
          </a:solidFill>
          <a:ln w="12700">
            <a:solidFill>
              <a:srgbClr val="FFC10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052560" y="93268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 DE PABLO · [CONFIRMAR]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oferta del webinar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2194560" y="2148840"/>
            <a:ext cx="7772400" cy="3200400"/>
          </a:xfrm>
          <a:prstGeom prst="roundRect">
            <a:avLst>
              <a:gd name="adj" fmla="val 4571"/>
            </a:avLst>
          </a:prstGeom>
          <a:solidFill>
            <a:srgbClr val="141B33"/>
          </a:solidFill>
          <a:ln w="25400">
            <a:solidFill>
              <a:srgbClr val="FFC1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1965960"/>
            <a:ext cx="3749040" cy="457200"/>
          </a:xfrm>
          <a:prstGeom prst="roundRect">
            <a:avLst>
              <a:gd name="adj" fmla="val 50000"/>
            </a:avLst>
          </a:prstGeom>
          <a:solidFill>
            <a:srgbClr val="FFC100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0" y="1965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PARA ASISTENTES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274320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CONFIRMAR PRECIO O BONO ESPECIAL ]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320" y="3886200"/>
            <a:ext cx="7040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precio especial o un bono que solo reciben los que están aquí hoy. No está en la página.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5779008"/>
            <a:ext cx="10881360" cy="502920"/>
          </a:xfrm>
          <a:prstGeom prst="roundRect">
            <a:avLst>
              <a:gd name="adj" fmla="val 18182"/>
            </a:avLst>
          </a:prstGeom>
          <a:solidFill>
            <a:srgbClr val="FFC1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77900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LINK ESTÁ ABAJO Y EN EL CHAT · [CONFIRMAR LINK]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Akademia  ·  @pabloalexander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C1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POR TIEMPO LIMITADO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oferta está abierta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hoy + 48 h de replay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46634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Después, solo queda el camino normal. Premio a los que se toman el tiempo de aprender. El siguiente webinar es en dos semanas, pero esta oferta no vuelve con él.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QUE SEGURO TIENES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69880" y="5669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que preguntes.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81360" cy="676656"/>
          </a:xfrm>
          <a:prstGeom prst="roundRect">
            <a:avLst>
              <a:gd name="adj" fmla="val 13514"/>
            </a:avLst>
          </a:prstGeom>
          <a:solidFill>
            <a:srgbClr val="161C30"/>
          </a:solidFill>
          <a:ln w="12700">
            <a:solidFill>
              <a:srgbClr val="2630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91640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¿Necesito vivir en Estados Unidos?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79008" y="1929384"/>
            <a:ext cx="201168" cy="201168"/>
          </a:xfrm>
          <a:prstGeom prst="ellipse">
            <a:avLst/>
          </a:prstGeom>
          <a:solidFill>
            <a:srgbClr val="FFC100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1691640"/>
            <a:ext cx="5120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Se opera desde cualquier país con la laptop.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881360" cy="676656"/>
          </a:xfrm>
          <a:prstGeom prst="roundRect">
            <a:avLst>
              <a:gd name="adj" fmla="val 13514"/>
            </a:avLst>
          </a:prstGeom>
          <a:solidFill>
            <a:srgbClr val="161C30"/>
          </a:solidFill>
          <a:ln w="12700">
            <a:solidFill>
              <a:srgbClr val="263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468880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¿Necesito mucho capital?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79008" y="2706624"/>
            <a:ext cx="201168" cy="201168"/>
          </a:xfrm>
          <a:prstGeom prst="ellipse">
            <a:avLst/>
          </a:prstGeom>
          <a:solidFill>
            <a:srgbClr val="FFC100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2468880"/>
            <a:ext cx="5120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mayorista no exige inventarios enormes. Se entra por etapas.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246120"/>
            <a:ext cx="10881360" cy="676656"/>
          </a:xfrm>
          <a:prstGeom prst="roundRect">
            <a:avLst>
              <a:gd name="adj" fmla="val 13514"/>
            </a:avLst>
          </a:prstGeom>
          <a:solidFill>
            <a:srgbClr val="161C30"/>
          </a:solidFill>
          <a:ln w="12700">
            <a:solidFill>
              <a:srgbClr val="2630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246120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sé nada de esto, ¿puedo igual?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779008" y="3483864"/>
            <a:ext cx="201168" cy="201168"/>
          </a:xfrm>
          <a:prstGeom prst="ellipse">
            <a:avLst/>
          </a:prstGeom>
          <a:solidFill>
            <a:srgbClr val="FFC100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3246120"/>
            <a:ext cx="5120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Sí. El sistema parte desde cero, paso a paso.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023360"/>
            <a:ext cx="10881360" cy="676656"/>
          </a:xfrm>
          <a:prstGeom prst="roundRect">
            <a:avLst>
              <a:gd name="adj" fmla="val 13514"/>
            </a:avLst>
          </a:prstGeom>
          <a:solidFill>
            <a:srgbClr val="161C30"/>
          </a:solidFill>
          <a:ln w="12700">
            <a:solidFill>
              <a:srgbClr val="2630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023360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si se satura como Amazon?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779008" y="4261104"/>
            <a:ext cx="201168" cy="201168"/>
          </a:xfrm>
          <a:prstGeom prst="ellipse">
            <a:avLst/>
          </a:prstGeom>
          <a:solidFill>
            <a:srgbClr val="FFC100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4023360"/>
            <a:ext cx="5120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Walmart está abriendo a terceros, con menos competencia.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800600"/>
            <a:ext cx="10881360" cy="676656"/>
          </a:xfrm>
          <a:prstGeom prst="roundRect">
            <a:avLst>
              <a:gd name="adj" fmla="val 13514"/>
            </a:avLst>
          </a:prstGeom>
          <a:solidFill>
            <a:srgbClr val="161C30"/>
          </a:solidFill>
          <a:ln w="12700">
            <a:solidFill>
              <a:srgbClr val="2630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800600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¿Es estafa?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779008" y="5038344"/>
            <a:ext cx="201168" cy="201168"/>
          </a:xfrm>
          <a:prstGeom prst="ellipse">
            <a:avLst/>
          </a:prstGeom>
          <a:solidFill>
            <a:srgbClr val="FFC100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4800600"/>
            <a:ext cx="5120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Soy proveedor real de Walmart con Botaniko. Es mi negocio, no teoría.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5779008"/>
            <a:ext cx="10881360" cy="502920"/>
          </a:xfrm>
          <a:prstGeom prst="roundRect">
            <a:avLst>
              <a:gd name="adj" fmla="val 18182"/>
            </a:avLst>
          </a:prstGeom>
          <a:solidFill>
            <a:srgbClr val="FFC10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77900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LINK ESTÁ ABAJO Y EN EL CHAT · [CONFIRMAR LINK]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Akademia  ·  @pabloalexander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69880" y="5669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8A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08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052560" y="932688"/>
            <a:ext cx="2697480" cy="347472"/>
          </a:xfrm>
          <a:prstGeom prst="roundRect">
            <a:avLst>
              <a:gd name="adj" fmla="val 21053"/>
            </a:avLst>
          </a:prstGeom>
          <a:solidFill>
            <a:srgbClr val="0A0F1E"/>
          </a:solidFill>
          <a:ln w="12700">
            <a:solidFill>
              <a:srgbClr val="FFC100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9052560" y="93268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 DE PABLO · [CONFIRMAR]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0" y="2286000"/>
            <a:ext cx="8229600" cy="8229600"/>
          </a:xfrm>
          <a:prstGeom prst="ellipse">
            <a:avLst/>
          </a:prstGeom>
          <a:solidFill>
            <a:srgbClr val="111934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Deja de mirar.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Empieza hoy.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PRÓXIMO PASO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886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C10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3886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Toca el link del chat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14400" y="44531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C10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453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44531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tu inscripción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400" y="50200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C10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020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502005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vemos adentro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14400" y="5715000"/>
            <a:ext cx="6583680" cy="685800"/>
          </a:xfrm>
          <a:prstGeom prst="roundRect">
            <a:avLst>
              <a:gd name="adj" fmla="val 16000"/>
            </a:avLst>
          </a:prstGeom>
          <a:solidFill>
            <a:srgbClr val="FFC10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71500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link está abajo y en el chat · [CONFIRMAR LINK]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863840" y="5897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3C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@pabloalexander  ·  La Akademia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2026-07-13T04:20:57Z</dcterms:created>
  <dcterms:modified xsi:type="dcterms:W3CDTF">2026-07-13T04:20:57Z</dcterms:modified>
</cp:coreProperties>
</file>