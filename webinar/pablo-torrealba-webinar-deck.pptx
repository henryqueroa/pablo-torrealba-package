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286000"/>
            <a:ext cx="7315200" cy="7315200"/>
          </a:xfrm>
          <a:prstGeom prst="ellipse">
            <a:avLst/>
          </a:prstGeom>
          <a:solidFill>
            <a:srgbClr val="11193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63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MASTERCLASS GRATUITA · EN VIVO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515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MÉTODO
</a:t>
            </a:r>
            <a:pPr indent="0" marL="0">
              <a:lnSpc>
                <a:spcPct val="95000"/>
              </a:lnSpc>
              <a:buNone/>
            </a:pPr>
            <a:r>
              <a:rPr lang="en-US" sz="70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914400" y="4709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 en Estados Unidos como distribuidor. Desde cualquier país. Sin inventar productos.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5852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Pablo Torrealba  ·  @pabloalexander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ESTA CLASE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vas a llevar hoy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35915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FC10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35915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30428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el dropshipping y Amazon queman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28800" y="27432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qué hacer en su lugar para tener un negocio que sí dura.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FC100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7647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828800" y="372160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oportunidad de Walmart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828800" y="41605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está abriendo su marketplace a vendedores nuevos ahora.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519379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FC100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19379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828800" y="51389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método paso a paso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828800" y="557784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operar el negocio desde tu país, con la laptop.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Akademia  ·  @pabloalexander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TE ENSEÑA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vendo cursos. Vendo en Walmart.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6675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Soy fundador de Botaniko Group, una empresa que provee al Marketplace de Walmart.
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Akademia nació de ese negocio real, no al revés. Primero construí la operación, después armé el sistema para enseñarla.
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más de 500 estudiantes aplican el mismo sistema desde toda Latinoamérica. Si yo lo hago, tú también puedes aprenderlo.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63840" y="2286000"/>
            <a:ext cx="3657600" cy="960120"/>
          </a:xfrm>
          <a:prstGeom prst="roundRect">
            <a:avLst>
              <a:gd name="adj" fmla="val 9524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239572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046720" y="2889504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Estudiantes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863840" y="3429000"/>
            <a:ext cx="3657600" cy="960120"/>
          </a:xfrm>
          <a:prstGeom prst="roundRect">
            <a:avLst>
              <a:gd name="adj" fmla="val 9524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0" y="353872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046720" y="4032504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 real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863840" y="4572000"/>
            <a:ext cx="3657600" cy="960120"/>
          </a:xfrm>
          <a:prstGeom prst="roundRect">
            <a:avLst>
              <a:gd name="adj" fmla="val 9524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468172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Univisión y Forbes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046720" y="5175504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medios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Akademia  ·  @pabloalexander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0" y="365760"/>
            <a:ext cx="4114800" cy="6126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correcto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el dropshipping y Amazon queman a la mayoría.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1 · EL MODELO CORRECTO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modelos que queman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06040"/>
            <a:ext cx="594360" cy="594360"/>
          </a:xfrm>
          <a:prstGeom prst="ellipse">
            <a:avLst/>
          </a:prstGeom>
          <a:solidFill>
            <a:srgbClr val="FFC1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06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Dropshipping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023360"/>
            <a:ext cx="2880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Márgenes mínimos, devoluciones y publicidad cara. Modas que duran seis meses.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28600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606040"/>
            <a:ext cx="594360" cy="594360"/>
          </a:xfrm>
          <a:prstGeom prst="ellipse">
            <a:avLst/>
          </a:prstGeom>
          <a:solidFill>
            <a:srgbClr val="FFC100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606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17720" y="33832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FBA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17720" y="4023360"/>
            <a:ext cx="2880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vez más saturado y más caro. Compites contra miles por el mismo espacio.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28600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2606040"/>
            <a:ext cx="594360" cy="594360"/>
          </a:xfrm>
          <a:prstGeom prst="ellipse">
            <a:avLst/>
          </a:prstGeom>
          <a:solidFill>
            <a:srgbClr val="FFC100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606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propia marca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321040" y="4023360"/>
            <a:ext cx="2880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de trabajo y mucho capital antes de vender el primer producto.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salida: distribución mayorista en Walmart. Revendes marcas que la gente ya busca.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Akademia  ·  @pabloalexander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0" y="365760"/>
            <a:ext cx="4114800" cy="6126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oportunidad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 está abriendo su marketplace a vendedores nuevos.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2 · LA OPORTUNIDAD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 no es Amazon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212080" cy="3383280"/>
          </a:xfrm>
          <a:prstGeom prst="roundRect">
            <a:avLst>
              <a:gd name="adj" fmla="val 3243"/>
            </a:avLst>
          </a:prstGeom>
          <a:solidFill>
            <a:srgbClr val="1E1414"/>
          </a:solidFill>
          <a:ln w="12700">
            <a:solidFill>
              <a:srgbClr val="5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688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4663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7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Saturado y cada vez más caro de entrar.
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 peleando el mismo espacio.
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Difícil para el vendedor nuevo.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5212080" cy="3383280"/>
          </a:xfrm>
          <a:prstGeom prst="roundRect">
            <a:avLst>
              <a:gd name="adj" fmla="val 3243"/>
            </a:avLst>
          </a:prstGeom>
          <a:solidFill>
            <a:srgbClr val="161C30"/>
          </a:solidFill>
          <a:ln w="19050">
            <a:solidFill>
              <a:srgbClr val="FFC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4688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3108960"/>
            <a:ext cx="4663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Abriendo su marketplace a terceros.
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Mucha menos competencia.
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Llegas temprano, en el momento correcto.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Akademia  ·  @pabloalexander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0" y="365760"/>
            <a:ext cx="4114800" cy="6126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método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operar el negocio desde cualquier país, paso a paso.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3 · EL MÉTODO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método paso a paso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FFC10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23317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Abres tu acceso como distribuidor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76148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 paso correcto para vender en el marketplace.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FFC10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11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645920" y="36576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Eliges productos de marcas con demanda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40873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Revendes lo que la gente ya busca, sin inventar nada.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93776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FFC1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9377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645920" y="49834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Operas y escalas desde la laptop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45920" y="54132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inventario gigante, sin oficina, desde cualquier país.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Akademia  ·  @pabloalexander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PROGRAMA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incluye La Akademia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03520" cy="822960"/>
          </a:xfrm>
          <a:prstGeom prst="roundRect">
            <a:avLst>
              <a:gd name="adj" fmla="val 11111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42032"/>
            <a:ext cx="320040" cy="320040"/>
          </a:xfrm>
          <a:prstGeom prst="ellipse">
            <a:avLst/>
          </a:prstGeom>
          <a:solidFill>
            <a:srgbClr val="FFC10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2374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2860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completo para vender en Walmart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286000"/>
            <a:ext cx="5303520" cy="822960"/>
          </a:xfrm>
          <a:prstGeom prst="roundRect">
            <a:avLst>
              <a:gd name="adj" fmla="val 11111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2542032"/>
            <a:ext cx="320040" cy="320040"/>
          </a:xfrm>
          <a:prstGeom prst="ellipse">
            <a:avLst/>
          </a:prstGeom>
          <a:solidFill>
            <a:srgbClr val="FFC10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52374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2860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abrir tu acceso como distribuidor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5303520" cy="822960"/>
          </a:xfrm>
          <a:prstGeom prst="roundRect">
            <a:avLst>
              <a:gd name="adj" fmla="val 11111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3502152"/>
            <a:ext cx="320040" cy="320040"/>
          </a:xfrm>
          <a:prstGeom prst="ellipse">
            <a:avLst/>
          </a:prstGeom>
          <a:solidFill>
            <a:srgbClr val="FFC100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4838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324612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elegir productos de marcas con demanda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200" y="3246120"/>
            <a:ext cx="5303520" cy="822960"/>
          </a:xfrm>
          <a:prstGeom prst="roundRect">
            <a:avLst>
              <a:gd name="adj" fmla="val 11111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3502152"/>
            <a:ext cx="320040" cy="320040"/>
          </a:xfrm>
          <a:prstGeom prst="ellipse">
            <a:avLst/>
          </a:prstGeom>
          <a:solidFill>
            <a:srgbClr val="FFC10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34838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03720" y="324612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operar desde cualquier país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206240"/>
            <a:ext cx="5303520" cy="822960"/>
          </a:xfrm>
          <a:prstGeom prst="roundRect">
            <a:avLst>
              <a:gd name="adj" fmla="val 11111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4462272"/>
            <a:ext cx="320040" cy="320040"/>
          </a:xfrm>
          <a:prstGeom prst="ellipse">
            <a:avLst/>
          </a:prstGeom>
          <a:solidFill>
            <a:srgbClr val="FFC100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44398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71600" y="420624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Acompañamiento paso a paso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72200" y="4206240"/>
            <a:ext cx="5303520" cy="822960"/>
          </a:xfrm>
          <a:prstGeom prst="roundRect">
            <a:avLst>
              <a:gd name="adj" fmla="val 11111"/>
            </a:avLst>
          </a:prstGeom>
          <a:solidFill>
            <a:srgbClr val="161C30"/>
          </a:solidFill>
          <a:ln w="12700">
            <a:solidFill>
              <a:srgbClr val="2630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4462272"/>
            <a:ext cx="320040" cy="320040"/>
          </a:xfrm>
          <a:prstGeom prst="ellipse">
            <a:avLst/>
          </a:prstGeom>
          <a:solidFill>
            <a:srgbClr val="FFC1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44398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03720" y="420624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 de estudiantes activos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módulos, bonos y precio exactos los confirma Pablo antes de salir en vivo.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Akademia  ·  @pabloalexander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PRECIO DE SIEMPRE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camino normal para entrar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CONFIRMAR PRECIO ]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precio del programa que cualquiera puede tomar por el camino normal.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Akademia  ·  @pabloalexander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PARA LOS QUE ESTÁN AQUÍ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oferta del webinar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2194560" y="2194560"/>
            <a:ext cx="7772400" cy="3383280"/>
          </a:xfrm>
          <a:prstGeom prst="roundRect">
            <a:avLst>
              <a:gd name="adj" fmla="val 4324"/>
            </a:avLst>
          </a:prstGeom>
          <a:solidFill>
            <a:srgbClr val="141B33"/>
          </a:solidFill>
          <a:ln w="25400">
            <a:solidFill>
              <a:srgbClr val="FFC1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0" y="2011680"/>
            <a:ext cx="3749040" cy="457200"/>
          </a:xfrm>
          <a:prstGeom prst="roundRect">
            <a:avLst>
              <a:gd name="adj" fmla="val 50000"/>
            </a:avLst>
          </a:prstGeom>
          <a:solidFill>
            <a:srgbClr val="FFC100"/>
          </a:solidFill>
          <a:ln/>
        </p:spPr>
      </p:sp>
      <p:sp>
        <p:nvSpPr>
          <p:cNvPr id="7" name="Text 5"/>
          <p:cNvSpPr/>
          <p:nvPr/>
        </p:nvSpPr>
        <p:spPr>
          <a:xfrm>
            <a:off x="4206240" y="20116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PARA ASISTENTES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0" y="2834640"/>
            <a:ext cx="7040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CONFIRMAR PRECIO O BONO ESPECIAL ]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60320" y="4023360"/>
            <a:ext cx="7040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precio especial o un bono que solo reciben los que están aquí hoy. No está en la página.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Akademia  ·  @pabloalexander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5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C100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POR TIEMPO LIMITADO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6517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oferta está abierta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hoy + 48 h de replay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46634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D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Después, solo queda el camino normal. Premio a los que se toman el tiempo de aprender.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8229600" cy="8229600"/>
          </a:xfrm>
          <a:prstGeom prst="ellipse">
            <a:avLst/>
          </a:prstGeom>
          <a:solidFill>
            <a:srgbClr val="11193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194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Deja de mirar.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C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Empieza hoy.</a:t>
            </a:r>
            <a:endParaRPr lang="en-US" sz="580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FFC1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57200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link está abajo y en el chat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3C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@pabloalexander  ·  La Akademia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2026-06-07T20:36:01Z</dcterms:created>
  <dcterms:modified xsi:type="dcterms:W3CDTF">2026-06-07T20:36:01Z</dcterms:modified>
</cp:coreProperties>
</file>